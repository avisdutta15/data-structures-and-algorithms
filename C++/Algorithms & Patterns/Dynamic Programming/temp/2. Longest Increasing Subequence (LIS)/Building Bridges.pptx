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40" d="100"/>
          <a:sy n="40" d="100"/>
        </p:scale>
        <p:origin x="24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3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3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3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4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3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3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0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1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9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9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1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5B1C8-F9BA-40E5-82FD-BD7FD2861BB2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C19D-560B-477B-A198-A29B64BBF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1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Building Bridges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1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8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5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Building Bridges</vt:lpstr>
      <vt:lpstr>PowerPoint Presentation</vt:lpstr>
      <vt:lpstr>PowerPoint Presentation</vt:lpstr>
      <vt:lpstr>PowerPoint Presentation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Bridges</dc:title>
  <dc:creator>Dutta, Avishek</dc:creator>
  <cp:lastModifiedBy>Dutta, Avishek</cp:lastModifiedBy>
  <cp:revision>1</cp:revision>
  <dcterms:created xsi:type="dcterms:W3CDTF">2018-09-23T18:15:06Z</dcterms:created>
  <dcterms:modified xsi:type="dcterms:W3CDTF">2018-09-23T18:22:51Z</dcterms:modified>
</cp:coreProperties>
</file>